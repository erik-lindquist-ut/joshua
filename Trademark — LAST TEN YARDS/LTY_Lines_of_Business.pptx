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3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TEN YARDS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 of business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lines. One stack: sky, backbone, last mile, last ten yards, door.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Midvale first. Then every state.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0F0F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868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BY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Writing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572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105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09-09 as one of eight side-hustle lines.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53288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2642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803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logs, day one. Nothing built yet.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6027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37124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9502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client, then a price.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0F0F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868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BY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Design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572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105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09-09. The biggest built asset lives here in spirit.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53288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2642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803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Mastery and Course Mastery Coach methods; a 40-page armored drill.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6027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37124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9502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first course to sell as a method.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0F0F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868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Tesla Rideshare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572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105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Robotaxi at every bar at closing. Kristin is employee #1 candidate.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53288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2642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803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First-day page and 5-slide post built 09-24.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6027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37124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9502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check: 3–10 business days, 7–14 to a first trip.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0F0F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868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Tesla Semi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572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105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to branch pharmacies, freight, and the fire and heavy-rescue chassis.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53288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2642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803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Owner/operator path mapped.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6027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37124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9502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CDL, DOT number, hours-of-service, commercial insurance. Months, not days.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0F0F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868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Pharmacology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572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105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Pharmadash: medicine is the load that pays for the network.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53288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2642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803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Utah branch-pharmacy law is the node.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6027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37124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9502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per stop from the first pharmacy.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0F0F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868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BY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Nursing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572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105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medicine layer at the bedside.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53288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2642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803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logs, day one.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6027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37124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9502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first clinical partner.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0F0F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868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Landlord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572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105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depot is the building the fleet lives in.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53288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2642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803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ledger (DEPOT_METRICS) ties lines 03, 04, 07, 08, 09.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6027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37124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9502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terms on paper.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0F0F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868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TENANT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Detox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572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105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 as the depot’s first tenant.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53288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2642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803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Pinned; tenant math in the ledger.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6027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37124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9502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path for the facility.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0F0F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868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AND USE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 &amp; Elderly Care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572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105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 is the chassis. This line is who buys it and why.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53288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2642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803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for the bedside, when it’s ready.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6027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37124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9502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care home to pilot.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0F0F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868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PUBLISH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Armored Training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572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105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and Genesys drills, sold as $0.99 books.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53288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2642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803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titles at V1, KDP kit built (covers, listing sheet).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6027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37124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9502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KDP.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0F0F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868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Ten Yards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572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105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Curb to door, in every state. Midvale first.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53288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2642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803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LLC filed. 15 posts, website and Stripe store built.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6027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37124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9502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Heroku + Stripe accounts; the last dollar.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0F0F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868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Breadcrumb Trail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572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105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at a time. The choice named. Its effect on the next step.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53288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2642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803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Punch-list form proven on the company’s own filings.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6027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37124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9502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form as a product.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0F0F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868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FAMILY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0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RIBBON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572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105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Chair-free work surface. A walking robot is the spine; the desk or floor tile takes the load.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532888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2642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FAR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803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claims drafted (C1–C6). None filed.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60273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BF3D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37124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95020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0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provisional filing ($65–130) buys a date.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 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thirteen, one look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1430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2471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Writing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79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by design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05156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55848" y="11430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112471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Design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79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by 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44768" y="11430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112471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Rideshare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79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19202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190195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Semi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79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82880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55848" y="19202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190195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79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82880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44768" y="19202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190195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79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by design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26974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267919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79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260604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355848" y="26974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3886200" y="267919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Detox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79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tenant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260604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44768" y="26974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267919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Elderly Care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79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and use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38328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34747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345643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Armored Training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79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publish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46120" y="338328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355848" y="34747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3886200" y="345643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Ten Yards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79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35040" y="338328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144768" y="34747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6675120" y="345643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Breadcrumb Trail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79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16052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1C1C2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66928" y="42519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1097280" y="4233672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79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family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Last Ten Yards — Lines of Business</dc:title>
  <dc:subject>PptxGenJS Presentation</dc:subject>
  <dc:creator>PptxGenJS</dc:creator>
  <cp:lastModifiedBy>PptxGenJS</cp:lastModifiedBy>
  <cp:revision>1</cp:revision>
  <dcterms:created xsi:type="dcterms:W3CDTF">2026-09-25T02:07:41Z</dcterms:created>
  <dcterms:modified xsi:type="dcterms:W3CDTF">2026-09-25T02:07:41Z</dcterms:modified>
</cp:coreProperties>
</file>